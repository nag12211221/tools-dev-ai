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🔋 Key-Off Load / NM Wake Diagnostic Tool</a:t>
            </a:r>
          </a:p>
        </p:txBody>
      </p:sp>
      <p:pic>
        <p:nvPicPr>
          <p:cNvPr id="3" name="Picture 2" descr="problem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472B6"/>
                </a:solidFill>
              </a:defRPr>
            </a:pPr>
            <a:r>
              <a:t>1) What is the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5E7EB"/>
                </a:solidFill>
              </a:defRPr>
            </a:pPr>
            <a:r>
              <a:t>• Some ECUs fail to enter sleep mode after key-off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• CAN Network Management messages continue unnecessarily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• Bus stays awake and causes parasitic battery drain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• Teams spend hours manually scanning logs</a:t>
            </a:r>
          </a:p>
          <a:p>
            <a:pPr>
              <a:defRPr sz="2400">
                <a:solidFill>
                  <a:srgbClr val="E5E7EB"/>
                </a:solidFill>
              </a:defRPr>
            </a:pPr>
            <a:r>
              <a:t>• Field impact: dead battery complaints and warranty claims</a:t>
            </a:r>
          </a:p>
        </p:txBody>
      </p:sp>
      <p:pic>
        <p:nvPicPr>
          <p:cNvPr id="4" name="Picture 3" descr="problem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029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6EFAC"/>
                </a:solidFill>
              </a:defRPr>
            </a:pPr>
            <a:r>
              <a:t>2) What Solution Do We Offer?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FCE7"/>
                </a:solidFill>
              </a:defRPr>
            </a:pPr>
            <a:r>
              <a:t>A browser-based diagnostic tool that automatically identifies ECUs causing key-off battery drain.</a:t>
            </a:r>
          </a:p>
        </p:txBody>
      </p:sp>
      <p:pic>
        <p:nvPicPr>
          <p:cNvPr id="4" name="Picture 3" descr="solu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881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3C5FD"/>
                </a:solidFill>
              </a:defRPr>
            </a:pPr>
            <a:r>
              <a:t>3) Tools for Fellow Engineers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BEAFE"/>
                </a:solidFill>
              </a:defRPr>
            </a:pPr>
            <a:r>
              <a:t>• KeyOffLoad_Diagnostic_Tool.html (no install, works offline)</a:t>
            </a:r>
          </a:p>
          <a:p>
            <a:pPr>
              <a:defRPr sz="2200">
                <a:solidFill>
                  <a:srgbClr val="DBEAFE"/>
                </a:solidFill>
              </a:defRPr>
            </a:pPr>
            <a:r>
              <a:t>• test_data/ with complex scenarios (normal, violations, stress)</a:t>
            </a:r>
          </a:p>
          <a:p>
            <a:pPr>
              <a:defRPr sz="2200">
                <a:solidFill>
                  <a:srgbClr val="DBEAFE"/>
                </a:solidFill>
              </a:defRPr>
            </a:pPr>
            <a:r>
              <a:t>• OUTPUT_ANALYSIS_GUIDE.md (how to read and triage output)</a:t>
            </a:r>
          </a:p>
          <a:p>
            <a:pPr>
              <a:defRPr sz="2200">
                <a:solidFill>
                  <a:srgbClr val="DBEAFE"/>
                </a:solidFill>
              </a:defRPr>
            </a:pPr>
            <a:r>
              <a:t>• Export options: CSV / JSON / Print report for issue tracking</a:t>
            </a:r>
          </a:p>
          <a:p>
            <a:pPr>
              <a:defRPr sz="2200">
                <a:solidFill>
                  <a:srgbClr val="DBEAFE"/>
                </a:solidFill>
              </a:defRPr>
            </a:pPr>
            <a:r>
              <a:t>• Existing KeyOffLoad_Presentation.pptx for technical review</a:t>
            </a:r>
          </a:p>
        </p:txBody>
      </p:sp>
      <p:pic>
        <p:nvPicPr>
          <p:cNvPr id="4" name="Picture 3" descr="dashboard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CA5A5"/>
                </a:solidFill>
              </a:defRPr>
            </a:pPr>
            <a:r>
              <a:t>4) Presentation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FEE2E2"/>
                </a:solidFill>
              </a:defRPr>
            </a:pPr>
            <a:r>
              <a:t>• Open Expo One-Pager for quick audience overview</a:t>
            </a:r>
          </a:p>
          <a:p>
            <a:pPr>
              <a:defRPr sz="2500">
                <a:solidFill>
                  <a:srgbClr val="FEE2E2"/>
                </a:solidFill>
              </a:defRPr>
            </a:pPr>
            <a:r>
              <a:t>• Run live demo using stress-test dataset (50 ECUs)</a:t>
            </a:r>
          </a:p>
          <a:p>
            <a:pPr>
              <a:defRPr sz="2500">
                <a:solidFill>
                  <a:srgbClr val="FEE2E2"/>
                </a:solidFill>
              </a:defRPr>
            </a:pPr>
            <a:r>
              <a:t>• Show timeline + violations to explain root-cause detection</a:t>
            </a:r>
          </a:p>
          <a:p>
            <a:pPr>
              <a:defRPr sz="2500">
                <a:solidFill>
                  <a:srgbClr val="FEE2E2"/>
                </a:solidFill>
              </a:defRPr>
            </a:pPr>
            <a:r>
              <a:t>• Share downloadable HTML tool and PPT with attendees</a:t>
            </a:r>
          </a:p>
          <a:p>
            <a:pPr>
              <a:defRPr sz="2500">
                <a:solidFill>
                  <a:srgbClr val="FEE2E2"/>
                </a:solidFill>
              </a:defRPr>
            </a:pPr>
            <a:r>
              <a:t>• Key message: "Hours of manual analysis reduced to minutes"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