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40480" y="1097280"/>
            <a:ext cx="1463040" cy="1463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CAN Bus Spoofing &amp; Injection</a:t>
            </a:r>
          </a:p>
          <a:p>
            <a:pPr algn="ctr">
              <a:defRPr sz="3200" b="1">
                <a:solidFill>
                  <a:srgbClr val="00D4FF"/>
                </a:solidFill>
              </a:defRPr>
            </a:pPr>
            <a:r>
              <a:t>Diagnostic Tool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99A6"/>
                </a:solidFill>
              </a:defRPr>
            </a:pPr>
            <a:r>
              <a:t>Automated Cybersecurity Threat Detection for Vehicle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303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D4FF"/>
                </a:solidFill>
              </a:defRPr>
            </a:pPr>
            <a:r>
              <a:t>v2.0 Professional  |  100% Offline  |  Zero Installation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The Problem: CAN Bus Vulnerabilities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99A6"/>
                </a:solidFill>
              </a:defRPr>
            </a:pPr>
            <a:r>
              <a:t>Why automotive networks are critically exposed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The CAN Protocol Has No Built-in Security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Designed in 1986 — no authentication, encryption, or access control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Any node on the bus can send ANY message to ANY ECU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No sender verification — enables trivial message spoofing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Real-World Attack Vectors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Message Injection — Override legitimate ECU signals at high frequency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Replay Attacks — Re-transmit captured legitimate messages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Denial of Service — Flood bus with highest-priority messages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Fuzzing — Discover exploitable behaviors via random messages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Business &amp; Safety Impact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Safety recalls (Jeep Cherokee 2015 remote exploit: 1.4M vehicles)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UNECE WP.29 &amp; ISO/SAE 21434 mandate cybersecurity processes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Manual analysis: 4-8 hours per investigation — unsustainable at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The Solution: Automated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99A6"/>
                </a:solidFill>
              </a:defRPr>
            </a:pPr>
            <a:r>
              <a:t>Browser-based, offline, zero-installation diagnostic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Multi-Dimensional Detection Engine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Timing Analysis — Messages faster than expected = injection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Statistical Profiling — Mean, min, max, std dev per CAN ID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Burst Detection — Cluster identification of rapid injection windows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Per-ID Classification — NORMAL / SUSPICIOUS / SPOOFED verdicts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Network Health Score — Single-number bus integrity metric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Key Advantages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Zero Installation — opens directly in any browser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100% Offline — data never leaves the machine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Sub-second — 5000+ messages in milliseconds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Configurable — adapts to any vehicle architecture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Professional Export — CSV, JSON, TXT, Print/PDF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ROI: 4-8 hours → 5 seconds per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How It Works: 4 Simple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99A6"/>
                </a:solidFill>
              </a:defRPr>
            </a:pPr>
            <a:r>
              <a:t>From raw log to actionable diagnostic in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Step 1: Load CAN Log Data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Drag &amp; drop .asc / .csv / .txt / .log files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Or paste data directly, or use built-in demo scenarios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Step 2: Configure Detection Parameters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Spoofing threshold (default 5ms) — below this = SPOOFED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Suspicious threshold (default 8ms) — between thresholds = SUSPICIOUS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Analysis mode: Timing / Frequency / Payload / Comprehensive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Step 3: Analyze &amp; Interpret Results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Summary dashboard with 8 key metrics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Messages tab: per-message severity badges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Timeline: visual attack window identification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Per-ID: statistical profile per ECU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Step 4: Export &amp; Act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Download CSV/JSON/TXT reports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Follow automated diagnostic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Attack Pattern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99A6"/>
                </a:solidFill>
              </a:defRPr>
            </a:pPr>
            <a:r>
              <a:t>What the tool finds across different threat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Single-ID Injection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One CAN ID flooded with rapid messages (&lt; 1ms intervals)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Tool: flags as SPOOFED, shows exact attack window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Multi-ID Coordinated Attack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Multiple IDs attacked simultaneously from single source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Tool: identifies all affected IDs, correlates timing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Denial of Service Flood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High-priority IDs (0x000-0x00F) at maximum bus rate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Tool: detects extreme message rate and near-zero deltas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Replay Attack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Legitimate data replayed at elevated frequency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Tool: catches timing anomaly despite realistic payloads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Intermittent Stealth Attack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Short periodic bursts designed to evade detection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Tool: statistical profiling catches std dev anomalies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Professional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99A6"/>
                </a:solidFill>
              </a:defRPr>
            </a:pPr>
            <a:r>
              <a:t>Dark-themed engineering dashboard with full diagnostic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Dashboard Components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8 real-time summary statistics with color coding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Network health progress bar (Good / Degraded / Under Attack)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Configurable analysis parameters (6 settings)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Drag &amp; drop file zone with format auto-detection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Results Presentation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Tabbed interface: Messages | Timeline | Per-ID | Export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Color-coded severity badges: Green / Yellow / Red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Interactive timeline per CAN ID showing attack windows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Scrollable tables with sortable columns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Smart Diagnostics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Automated recommendation engine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Actionable steps based on detected patterns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Network health percentage with status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Comprehensive Test Data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99A6"/>
                </a:solidFill>
              </a:defRPr>
            </a:pPr>
            <a:r>
              <a:t>10 pre-built scenarios — 18,300+ messages — 752KB+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Included Test Scenarios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01: Normal traffic (500 msg) — clean baseline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02: Single-ID injection (800 msg) — targeted attack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03: Multi-ID coordinated (1,200 msg) — advanced threat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04: Replay attack (1,000 msg) — captured pattern replay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05: 25-ECU stress test (3,000 msg) — high-complexity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06: DoS flood (2,000 msg) — denial of service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07: CSV format (800 msg) — format validation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08: Vector ASC format (1,500 msg) — industry standard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09: Intermittent stealth (2,500 msg) — periodic bursts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10: Realistic 40-ECU (5,000 msg) — full vehicle sim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Coverage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All major attack types validated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Multiple file formats tested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Scalability proven to 5000+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99A6"/>
                </a:solidFill>
              </a:defRPr>
            </a:pPr>
            <a:r>
              <a:t>Planned capabilities and long-term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v2.1 (Near-Term)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ML-based anomaly detection (unsupervised clustering)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DBC file import for automatic threshold calibration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CAN-FD support (64-byte payloads)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v3.0 (Mid-Term)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Real-time monitoring via USB-CAN (WebUSB API)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AUTOSAR SecOC validation module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DTC database integration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Long-Term Vision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Multi-bus correlation (CAN, LIN, FlexRay, Automotive Ethernet)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Fleet-wide threat intelligence platform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ISO/SAE 21434 compliance automated reporting</a:t>
            </a:r>
          </a:p>
          <a:p>
            <a:pPr>
              <a:spcBef>
                <a:spcPts val="600"/>
              </a:spcBef>
              <a:defRPr sz="1300">
                <a:solidFill>
                  <a:srgbClr val="CCDDEE"/>
                </a:solidFill>
              </a:defRPr>
            </a:pPr>
            <a:r>
              <a:t>Automated penetration testing framework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</a:defRPr>
            </a:pPr>
            <a:r>
              <a:t>Fully open, no vendor lock-in, zero licensing fees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Ready to Secure Your CAN Network?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6400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defRPr sz="1500">
                <a:solidFill>
                  <a:srgbClr val="E8F4FD"/>
                </a:solidFill>
              </a:defRPr>
            </a:pPr>
            <a:r>
              <a:t>✅  Zero installation — just open the HTML file</a:t>
            </a:r>
          </a:p>
          <a:p>
            <a:pPr>
              <a:spcBef>
                <a:spcPts val="1200"/>
              </a:spcBef>
              <a:defRPr sz="1500">
                <a:solidFill>
                  <a:srgbClr val="E8F4FD"/>
                </a:solidFill>
              </a:defRPr>
            </a:pPr>
            <a:r>
              <a:t>✅  100% offline — data never leaves the machine</a:t>
            </a:r>
          </a:p>
          <a:p>
            <a:pPr>
              <a:spcBef>
                <a:spcPts val="1200"/>
              </a:spcBef>
              <a:defRPr sz="1500">
                <a:solidFill>
                  <a:srgbClr val="E8F4FD"/>
                </a:solidFill>
              </a:defRPr>
            </a:pPr>
            <a:r>
              <a:t>✅  Sub-second analysis — thousands of messages instantly</a:t>
            </a:r>
          </a:p>
          <a:p>
            <a:pPr>
              <a:spcBef>
                <a:spcPts val="1200"/>
              </a:spcBef>
              <a:defRPr sz="1500">
                <a:solidFill>
                  <a:srgbClr val="E8F4FD"/>
                </a:solidFill>
              </a:defRPr>
            </a:pPr>
            <a:r>
              <a:t>✅  Professional reporting — CSV, JSON, TXT, PDF export</a:t>
            </a:r>
          </a:p>
          <a:p>
            <a:pPr>
              <a:spcBef>
                <a:spcPts val="1200"/>
              </a:spcBef>
              <a:defRPr sz="1500">
                <a:solidFill>
                  <a:srgbClr val="E8F4FD"/>
                </a:solidFill>
              </a:defRPr>
            </a:pPr>
            <a:r>
              <a:t>✅  10 test scenarios — start analyzing immediately</a:t>
            </a:r>
          </a:p>
          <a:p>
            <a:pPr>
              <a:spcBef>
                <a:spcPts val="1200"/>
              </a:spcBef>
              <a:defRPr sz="1500">
                <a:solidFill>
                  <a:srgbClr val="E8F4FD"/>
                </a:solidFill>
              </a:defRPr>
            </a:pPr>
            <a:r>
              <a:t>✅  Configurable — adapts to any vehicle architecture</a:t>
            </a:r>
          </a:p>
          <a:p>
            <a:pPr>
              <a:spcBef>
                <a:spcPts val="1200"/>
              </a:spcBef>
              <a:defRPr sz="1500">
                <a:solidFill>
                  <a:srgbClr val="E8F4FD"/>
                </a:solidFill>
              </a:defRPr>
            </a:pPr>
            <a:r>
              <a:t>✅  Smart diagnostics — automated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760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Open CAN_Spoofing_Diagnostic_Tool.html → Load test data → Analyze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